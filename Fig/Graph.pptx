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82296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6"/>
    <p:restoredTop sz="94669"/>
  </p:normalViewPr>
  <p:slideViewPr>
    <p:cSldViewPr snapToGrid="0">
      <p:cViewPr varScale="1">
        <p:scale>
          <a:sx n="109" d="100"/>
          <a:sy n="109" d="100"/>
        </p:scale>
        <p:origin x="20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122363"/>
            <a:ext cx="699516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02038"/>
            <a:ext cx="61722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9FB4-512E-FD47-8ADE-66B293D9F78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0216-A775-5C44-B370-BDF9D82BA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9FB4-512E-FD47-8ADE-66B293D9F78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0216-A775-5C44-B370-BDF9D82BA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0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1709740"/>
            <a:ext cx="709803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4589465"/>
            <a:ext cx="709803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/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9FB4-512E-FD47-8ADE-66B293D9F78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0216-A775-5C44-B370-BDF9D82BA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2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1825625"/>
            <a:ext cx="34975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1825625"/>
            <a:ext cx="34975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9FB4-512E-FD47-8ADE-66B293D9F78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0216-A775-5C44-B370-BDF9D82BA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8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65126"/>
            <a:ext cx="709803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1681163"/>
            <a:ext cx="3481506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2505075"/>
            <a:ext cx="348150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1681163"/>
            <a:ext cx="3498652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2505075"/>
            <a:ext cx="349865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9FB4-512E-FD47-8ADE-66B293D9F78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0216-A775-5C44-B370-BDF9D82BA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7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9FB4-512E-FD47-8ADE-66B293D9F78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0216-A775-5C44-B370-BDF9D82BA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39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9FB4-512E-FD47-8ADE-66B293D9F78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0216-A775-5C44-B370-BDF9D82BA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9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457200"/>
            <a:ext cx="2654260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987426"/>
            <a:ext cx="4166235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2057400"/>
            <a:ext cx="2654260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9FB4-512E-FD47-8ADE-66B293D9F78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0216-A775-5C44-B370-BDF9D82BA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03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457200"/>
            <a:ext cx="2654260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987426"/>
            <a:ext cx="4166235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2057400"/>
            <a:ext cx="2654260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9FB4-512E-FD47-8ADE-66B293D9F78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0216-A775-5C44-B370-BDF9D82BA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63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9FB4-512E-FD47-8ADE-66B293D9F78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0216-A775-5C44-B370-BDF9D82BA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8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365125"/>
            <a:ext cx="177450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365125"/>
            <a:ext cx="522065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9FB4-512E-FD47-8ADE-66B293D9F78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0216-A775-5C44-B370-BDF9D82BA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709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365126"/>
            <a:ext cx="70980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1825625"/>
            <a:ext cx="70980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6356352"/>
            <a:ext cx="1851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C9FB4-512E-FD47-8ADE-66B293D9F78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6356352"/>
            <a:ext cx="2777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6356352"/>
            <a:ext cx="1851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E0216-A775-5C44-B370-BDF9D82BA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1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0.png"/><Relationship Id="rId7" Type="http://schemas.openxmlformats.org/officeDocument/2006/relationships/image" Target="../media/image6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Relationship Id="rId9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4562C0B-3813-CD20-F1C1-7EDDC199C419}"/>
              </a:ext>
            </a:extLst>
          </p:cNvPr>
          <p:cNvSpPr/>
          <p:nvPr/>
        </p:nvSpPr>
        <p:spPr>
          <a:xfrm>
            <a:off x="887324" y="774946"/>
            <a:ext cx="2645177" cy="4026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 Stable (Tx 1)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476F24-13D0-3A69-6A6D-7AB29557C184}"/>
              </a:ext>
            </a:extLst>
          </p:cNvPr>
          <p:cNvSpPr/>
          <p:nvPr/>
        </p:nvSpPr>
        <p:spPr>
          <a:xfrm>
            <a:off x="887324" y="1938552"/>
            <a:ext cx="2645177" cy="4077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2. Stable (Tx 2)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34DCBE-275B-CBB1-3C52-16E978B9384A}"/>
              </a:ext>
            </a:extLst>
          </p:cNvPr>
          <p:cNvSpPr/>
          <p:nvPr/>
        </p:nvSpPr>
        <p:spPr>
          <a:xfrm>
            <a:off x="887324" y="3107316"/>
            <a:ext cx="2645177" cy="3872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3. Stable (Tx 3)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6563A6F-D7A3-6200-2070-C61DAD5E8062}"/>
              </a:ext>
            </a:extLst>
          </p:cNvPr>
          <p:cNvSpPr/>
          <p:nvPr/>
        </p:nvSpPr>
        <p:spPr>
          <a:xfrm>
            <a:off x="887324" y="4313029"/>
            <a:ext cx="2633756" cy="4697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4. Salvage treatment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69FD25F-E9AA-E0EB-05AF-944F552E6E54}"/>
              </a:ext>
            </a:extLst>
          </p:cNvPr>
          <p:cNvSpPr/>
          <p:nvPr/>
        </p:nvSpPr>
        <p:spPr>
          <a:xfrm>
            <a:off x="4864169" y="1418229"/>
            <a:ext cx="2645177" cy="6905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5. MDS/AML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3F34C36-3865-2CCC-F5D8-C26202726500}"/>
              </a:ext>
            </a:extLst>
          </p:cNvPr>
          <p:cNvSpPr/>
          <p:nvPr/>
        </p:nvSpPr>
        <p:spPr>
          <a:xfrm>
            <a:off x="4864168" y="2817067"/>
            <a:ext cx="2645177" cy="8763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7. Death (MDS/AML)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79A3CB6-0A33-9E71-FB11-0D3955F0EB1F}"/>
              </a:ext>
            </a:extLst>
          </p:cNvPr>
          <p:cNvSpPr/>
          <p:nvPr/>
        </p:nvSpPr>
        <p:spPr>
          <a:xfrm>
            <a:off x="4864168" y="5086146"/>
            <a:ext cx="2645177" cy="6905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8. Death (Other)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8AA2BD-43AA-B13F-2280-97A9F80B71C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2209913" y="1177571"/>
            <a:ext cx="0" cy="760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BABE0B-C6FC-7DF9-2085-29E4C30B54E6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209913" y="2346335"/>
            <a:ext cx="0" cy="760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F9FC0F-6341-C3CD-81AB-21C94EB3AE1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2204202" y="3494519"/>
            <a:ext cx="5711" cy="818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65D514D-BC8B-5D4F-D1D6-AC8DE9A27BF2}"/>
              </a:ext>
            </a:extLst>
          </p:cNvPr>
          <p:cNvCxnSpPr>
            <a:cxnSpLocks/>
            <a:stCxn id="4" idx="2"/>
            <a:endCxn id="8" idx="1"/>
          </p:cNvCxnSpPr>
          <p:nvPr/>
        </p:nvCxnSpPr>
        <p:spPr>
          <a:xfrm>
            <a:off x="2209913" y="1177571"/>
            <a:ext cx="2654256" cy="585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EE787F-6C61-07A4-6FC6-03341569A3EE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3532501" y="1763526"/>
            <a:ext cx="1331668" cy="378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CB9C17-8A09-FE36-50E6-29F44556B984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532501" y="1763526"/>
            <a:ext cx="1331668" cy="1537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AAC571-B73E-97C8-D2EF-5CD450810B9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6186757" y="2108822"/>
            <a:ext cx="1" cy="708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D2AE15-3338-A10F-12B7-5141EE5A5930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019500" y="4472093"/>
            <a:ext cx="1167257" cy="614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6879B40-8E2A-2C0E-FF3A-B66F3633B85F}"/>
                  </a:ext>
                </a:extLst>
              </p:cNvPr>
              <p:cNvSpPr txBox="1"/>
              <p:nvPr/>
            </p:nvSpPr>
            <p:spPr>
              <a:xfrm rot="530326">
                <a:off x="3203215" y="1238017"/>
                <a:ext cx="13100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6879B40-8E2A-2C0E-FF3A-B66F3633B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30326">
                <a:off x="3203215" y="1238017"/>
                <a:ext cx="1310022" cy="338554"/>
              </a:xfrm>
              <a:prstGeom prst="rect">
                <a:avLst/>
              </a:prstGeom>
              <a:blipFill>
                <a:blip r:embed="rId2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FDC88DB-81A6-A95D-9D49-8F886A9FE5A1}"/>
                  </a:ext>
                </a:extLst>
              </p:cNvPr>
              <p:cNvSpPr txBox="1"/>
              <p:nvPr/>
            </p:nvSpPr>
            <p:spPr>
              <a:xfrm rot="20789508">
                <a:off x="3337440" y="1678708"/>
                <a:ext cx="13100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FDC88DB-81A6-A95D-9D49-8F886A9FE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89508">
                <a:off x="3337440" y="1678708"/>
                <a:ext cx="1310022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010B9-FE47-B904-EC51-8D99600A6164}"/>
                  </a:ext>
                </a:extLst>
              </p:cNvPr>
              <p:cNvSpPr txBox="1"/>
              <p:nvPr/>
            </p:nvSpPr>
            <p:spPr>
              <a:xfrm rot="18340437">
                <a:off x="3435842" y="2246228"/>
                <a:ext cx="138632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010B9-FE47-B904-EC51-8D99600A6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340437">
                <a:off x="3435842" y="2246228"/>
                <a:ext cx="138632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7CC065-4F0D-D276-5A38-EBCD742EC808}"/>
                  </a:ext>
                </a:extLst>
              </p:cNvPr>
              <p:cNvSpPr txBox="1"/>
              <p:nvPr/>
            </p:nvSpPr>
            <p:spPr>
              <a:xfrm>
                <a:off x="1234213" y="1382861"/>
                <a:ext cx="96825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7CC065-4F0D-D276-5A38-EBCD742EC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213" y="1382861"/>
                <a:ext cx="968257" cy="338554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247EB8C-1734-8A46-9627-FE885AF6B39E}"/>
                  </a:ext>
                </a:extLst>
              </p:cNvPr>
              <p:cNvSpPr txBox="1"/>
              <p:nvPr/>
            </p:nvSpPr>
            <p:spPr>
              <a:xfrm>
                <a:off x="1234213" y="2569084"/>
                <a:ext cx="89899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247EB8C-1734-8A46-9627-FE885AF6B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213" y="2569084"/>
                <a:ext cx="898994" cy="338554"/>
              </a:xfrm>
              <a:prstGeom prst="rect">
                <a:avLst/>
              </a:prstGeom>
              <a:blipFill>
                <a:blip r:embed="rId6"/>
                <a:stretch>
                  <a:fillRect r="-2778"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FB87CF-DED0-D547-E0E5-ABE0B5BA0AAC}"/>
                  </a:ext>
                </a:extLst>
              </p:cNvPr>
              <p:cNvSpPr txBox="1"/>
              <p:nvPr/>
            </p:nvSpPr>
            <p:spPr>
              <a:xfrm>
                <a:off x="1234213" y="3755307"/>
                <a:ext cx="80975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FB87CF-DED0-D547-E0E5-ABE0B5BA0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213" y="3755307"/>
                <a:ext cx="809756" cy="338554"/>
              </a:xfrm>
              <a:prstGeom prst="rect">
                <a:avLst/>
              </a:prstGeom>
              <a:blipFill>
                <a:blip r:embed="rId7"/>
                <a:stretch>
                  <a:fillRect r="-13846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B48C126-97E0-D7BD-8A45-BA21802FF0E0}"/>
                  </a:ext>
                </a:extLst>
              </p:cNvPr>
              <p:cNvSpPr txBox="1"/>
              <p:nvPr/>
            </p:nvSpPr>
            <p:spPr>
              <a:xfrm>
                <a:off x="6186756" y="2258440"/>
                <a:ext cx="74835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57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B48C126-97E0-D7BD-8A45-BA21802FF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756" y="2258440"/>
                <a:ext cx="748357" cy="338554"/>
              </a:xfrm>
              <a:prstGeom prst="rect">
                <a:avLst/>
              </a:prstGeom>
              <a:blipFill>
                <a:blip r:embed="rId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3D9F7B-77D7-191A-CA5E-BD120F11651E}"/>
                  </a:ext>
                </a:extLst>
              </p:cNvPr>
              <p:cNvSpPr txBox="1"/>
              <p:nvPr/>
            </p:nvSpPr>
            <p:spPr>
              <a:xfrm>
                <a:off x="5355591" y="4491218"/>
                <a:ext cx="13100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3D9F7B-77D7-191A-CA5E-BD120F116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591" y="4491218"/>
                <a:ext cx="1310022" cy="338554"/>
              </a:xfrm>
              <a:prstGeom prst="rect">
                <a:avLst/>
              </a:prstGeom>
              <a:blipFill>
                <a:blip r:embed="rId9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B9DC9F2-FEDE-9AE1-EF7C-712EA307809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521080" y="1807020"/>
            <a:ext cx="1329595" cy="2740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56226F-1F1F-EAFE-C444-68C8DB7BE3A9}"/>
                  </a:ext>
                </a:extLst>
              </p:cNvPr>
              <p:cNvSpPr txBox="1"/>
              <p:nvPr/>
            </p:nvSpPr>
            <p:spPr>
              <a:xfrm rot="17597467">
                <a:off x="3165066" y="3359473"/>
                <a:ext cx="138632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56226F-1F1F-EAFE-C444-68C8DB7BE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597467">
                <a:off x="3165066" y="3359473"/>
                <a:ext cx="1386320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E980A73-4438-C6E3-CAFF-8280C8AE8121}"/>
              </a:ext>
            </a:extLst>
          </p:cNvPr>
          <p:cNvSpPr/>
          <p:nvPr/>
        </p:nvSpPr>
        <p:spPr>
          <a:xfrm>
            <a:off x="887324" y="5543713"/>
            <a:ext cx="2633757" cy="4697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6. Death (Progression)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7138DD2-8020-ACFA-CD44-8A793648246D}"/>
              </a:ext>
            </a:extLst>
          </p:cNvPr>
          <p:cNvCxnSpPr>
            <a:cxnSpLocks/>
            <a:stCxn id="7" idx="2"/>
            <a:endCxn id="37" idx="0"/>
          </p:cNvCxnSpPr>
          <p:nvPr/>
        </p:nvCxnSpPr>
        <p:spPr>
          <a:xfrm>
            <a:off x="2204202" y="4782731"/>
            <a:ext cx="1" cy="760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2152848-CF8F-9F32-8314-E9630C0B2903}"/>
                  </a:ext>
                </a:extLst>
              </p:cNvPr>
              <p:cNvSpPr txBox="1"/>
              <p:nvPr/>
            </p:nvSpPr>
            <p:spPr>
              <a:xfrm>
                <a:off x="1234213" y="4941530"/>
                <a:ext cx="80975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46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2152848-CF8F-9F32-8314-E9630C0B2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213" y="4941530"/>
                <a:ext cx="809757" cy="338554"/>
              </a:xfrm>
              <a:prstGeom prst="rect">
                <a:avLst/>
              </a:prstGeom>
              <a:blipFill>
                <a:blip r:embed="rId11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8769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F410B-E4CD-9DAF-6313-868EA1F91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2C2366F0-C9B7-9CF8-C2BE-0F5EF4D37E06}"/>
              </a:ext>
            </a:extLst>
          </p:cNvPr>
          <p:cNvGrpSpPr/>
          <p:nvPr/>
        </p:nvGrpSpPr>
        <p:grpSpPr>
          <a:xfrm>
            <a:off x="814038" y="1126636"/>
            <a:ext cx="6601524" cy="5203298"/>
            <a:chOff x="624466" y="847854"/>
            <a:chExt cx="5371172" cy="4000541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AEAE9E2-9243-4967-A458-0AC5D2A92CDE}"/>
                </a:ext>
              </a:extLst>
            </p:cNvPr>
            <p:cNvSpPr/>
            <p:nvPr/>
          </p:nvSpPr>
          <p:spPr>
            <a:xfrm>
              <a:off x="624466" y="847854"/>
              <a:ext cx="2152185" cy="530961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1. Stable (2nd line)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0915108-6491-F9F2-BCE8-60994EF4EDEB}"/>
                </a:ext>
              </a:extLst>
            </p:cNvPr>
            <p:cNvSpPr/>
            <p:nvPr/>
          </p:nvSpPr>
          <p:spPr>
            <a:xfrm>
              <a:off x="624466" y="1855425"/>
              <a:ext cx="2152185" cy="530961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2. Stable (3rd line)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3AB5EA9-B7C3-852E-6C9B-75C17C4E4F45}"/>
                </a:ext>
              </a:extLst>
            </p:cNvPr>
            <p:cNvSpPr/>
            <p:nvPr/>
          </p:nvSpPr>
          <p:spPr>
            <a:xfrm>
              <a:off x="644736" y="2889569"/>
              <a:ext cx="2122624" cy="62267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 Salvage treatment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5DBD343-151C-55F1-27D2-6DF791196C4A}"/>
                </a:ext>
              </a:extLst>
            </p:cNvPr>
            <p:cNvSpPr/>
            <p:nvPr/>
          </p:nvSpPr>
          <p:spPr>
            <a:xfrm>
              <a:off x="644736" y="4153382"/>
              <a:ext cx="2142893" cy="69501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5. Death (Progression)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C1DD430-AF41-C7AE-0881-33D33C0D08C3}"/>
                </a:ext>
              </a:extLst>
            </p:cNvPr>
            <p:cNvSpPr/>
            <p:nvPr/>
          </p:nvSpPr>
          <p:spPr>
            <a:xfrm>
              <a:off x="3843453" y="1342440"/>
              <a:ext cx="2152185" cy="530961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4. MDS/AML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A2AA904-5889-7C4A-837B-E9BC609492F3}"/>
                </a:ext>
              </a:extLst>
            </p:cNvPr>
            <p:cNvSpPr/>
            <p:nvPr/>
          </p:nvSpPr>
          <p:spPr>
            <a:xfrm>
              <a:off x="3843452" y="2417933"/>
              <a:ext cx="2152185" cy="673761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6. Death (MDS/AML)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2DD2161-BDEA-2EA4-B21F-677376FCAC6A}"/>
                </a:ext>
              </a:extLst>
            </p:cNvPr>
            <p:cNvSpPr/>
            <p:nvPr/>
          </p:nvSpPr>
          <p:spPr>
            <a:xfrm>
              <a:off x="3843452" y="4162508"/>
              <a:ext cx="2152185" cy="530961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7. Death (Other)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A59A5C3-2562-225E-B8E6-38A93C424677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>
              <a:off x="1700559" y="1378815"/>
              <a:ext cx="0" cy="4766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5085ABE-29C3-C794-10BC-E7A4DAD2D418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1700559" y="2386386"/>
              <a:ext cx="5490" cy="5031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92C9F1-B745-F40A-9B69-E9BD9D0320FF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>
              <a:off x="1706048" y="3512245"/>
              <a:ext cx="10135" cy="641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F5398B1-0985-C1D7-B66B-24D1B31DE69A}"/>
                </a:ext>
              </a:extLst>
            </p:cNvPr>
            <p:cNvCxnSpPr>
              <a:cxnSpLocks/>
              <a:stCxn id="4" idx="2"/>
              <a:endCxn id="8" idx="1"/>
            </p:cNvCxnSpPr>
            <p:nvPr/>
          </p:nvCxnSpPr>
          <p:spPr>
            <a:xfrm>
              <a:off x="1700559" y="1378815"/>
              <a:ext cx="2142894" cy="2291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99F0027-DA38-261C-0BFE-F292E2818259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 flipV="1">
              <a:off x="2776651" y="1607921"/>
              <a:ext cx="1066802" cy="512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2BF9F72-F6F8-30BF-1DE3-9C9DAFAEDB8C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 flipV="1">
              <a:off x="2767360" y="1607921"/>
              <a:ext cx="1076093" cy="15929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07563EA-C409-2DE7-8E57-0AE0C5152AD5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flipH="1">
              <a:off x="4919545" y="1873401"/>
              <a:ext cx="1" cy="5445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DBA29E0-8CAA-3F63-E26E-D5CCBCD111F1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3969834" y="3690395"/>
              <a:ext cx="949711" cy="4721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A226866-EE11-529E-E535-EB303CDB6D55}"/>
                    </a:ext>
                  </a:extLst>
                </p:cNvPr>
                <p:cNvSpPr txBox="1"/>
                <p:nvPr/>
              </p:nvSpPr>
              <p:spPr>
                <a:xfrm rot="530326">
                  <a:off x="2811083" y="1258668"/>
                  <a:ext cx="1065868" cy="2602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°4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6879B40-8E2A-2C0E-FF3A-B66F3633B8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30326">
                  <a:off x="2811083" y="1258668"/>
                  <a:ext cx="1065868" cy="260296"/>
                </a:xfrm>
                <a:prstGeom prst="rect">
                  <a:avLst/>
                </a:prstGeom>
                <a:blipFill>
                  <a:blip r:embed="rId2"/>
                  <a:stretch>
                    <a:fillRect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56437DA-C101-CA7A-2676-E7CB8EC98358}"/>
                    </a:ext>
                  </a:extLst>
                </p:cNvPr>
                <p:cNvSpPr txBox="1"/>
                <p:nvPr/>
              </p:nvSpPr>
              <p:spPr>
                <a:xfrm rot="20020115">
                  <a:off x="2635871" y="1665335"/>
                  <a:ext cx="1065868" cy="2602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°4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FDC88DB-81A6-A95D-9D49-8F886A9FE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020115">
                  <a:off x="2635871" y="1665335"/>
                  <a:ext cx="1065868" cy="26029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426A89A-3FB1-504C-CF71-BBF48D1FBECA}"/>
                    </a:ext>
                  </a:extLst>
                </p:cNvPr>
                <p:cNvSpPr txBox="1"/>
                <p:nvPr/>
              </p:nvSpPr>
              <p:spPr>
                <a:xfrm rot="18340437">
                  <a:off x="2816183" y="1971465"/>
                  <a:ext cx="1065868" cy="2754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°4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AE010B9-FE47-B904-EC51-8D99600A6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340437">
                  <a:off x="2816183" y="1971465"/>
                  <a:ext cx="1065868" cy="27545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950DAAA-B538-2C01-FA3D-DF1138DA5D2A}"/>
                    </a:ext>
                  </a:extLst>
                </p:cNvPr>
                <p:cNvSpPr txBox="1"/>
                <p:nvPr/>
              </p:nvSpPr>
              <p:spPr>
                <a:xfrm>
                  <a:off x="983618" y="1446046"/>
                  <a:ext cx="787799" cy="2602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B7CC065-4F0D-D276-5A38-EBCD742EC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618" y="1446046"/>
                  <a:ext cx="787799" cy="260296"/>
                </a:xfrm>
                <a:prstGeom prst="rect">
                  <a:avLst/>
                </a:prstGeom>
                <a:blipFill>
                  <a:blip r:embed="rId5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C35042-7EE6-7711-AA41-391A7AB6BA77}"/>
                    </a:ext>
                  </a:extLst>
                </p:cNvPr>
                <p:cNvSpPr txBox="1"/>
                <p:nvPr/>
              </p:nvSpPr>
              <p:spPr>
                <a:xfrm>
                  <a:off x="1003215" y="2487872"/>
                  <a:ext cx="731445" cy="2602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247EB8C-1734-8A46-9627-FE885AF6B3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215" y="2487872"/>
                  <a:ext cx="731445" cy="260296"/>
                </a:xfrm>
                <a:prstGeom prst="rect">
                  <a:avLst/>
                </a:prstGeom>
                <a:blipFill>
                  <a:blip r:embed="rId6"/>
                  <a:stretch>
                    <a:fillRect r="-277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AB33790-842A-1680-8D96-4A824AD133D6}"/>
                    </a:ext>
                  </a:extLst>
                </p:cNvPr>
                <p:cNvSpPr txBox="1"/>
                <p:nvPr/>
              </p:nvSpPr>
              <p:spPr>
                <a:xfrm>
                  <a:off x="1057343" y="3690395"/>
                  <a:ext cx="658839" cy="2602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35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3FB87CF-DED0-D547-E0E5-ABE0B5BA0A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343" y="3690395"/>
                  <a:ext cx="658839" cy="260296"/>
                </a:xfrm>
                <a:prstGeom prst="rect">
                  <a:avLst/>
                </a:prstGeom>
                <a:blipFill>
                  <a:blip r:embed="rId7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2C83AC9-41D0-37AC-44C9-E4D02FB2FFBB}"/>
                    </a:ext>
                  </a:extLst>
                </p:cNvPr>
                <p:cNvSpPr txBox="1"/>
                <p:nvPr/>
              </p:nvSpPr>
              <p:spPr>
                <a:xfrm>
                  <a:off x="4919544" y="1988434"/>
                  <a:ext cx="608883" cy="2602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46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B48C126-97E0-D7BD-8A45-BA21802FF0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9544" y="1988434"/>
                  <a:ext cx="608883" cy="260296"/>
                </a:xfrm>
                <a:prstGeom prst="rect">
                  <a:avLst/>
                </a:prstGeom>
                <a:blipFill>
                  <a:blip r:embed="rId8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5A871C5-8AEF-8145-6972-071847337E6F}"/>
                    </a:ext>
                  </a:extLst>
                </p:cNvPr>
                <p:cNvSpPr txBox="1"/>
                <p:nvPr/>
              </p:nvSpPr>
              <p:spPr>
                <a:xfrm>
                  <a:off x="4243287" y="3705099"/>
                  <a:ext cx="1065868" cy="2602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°7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63D9F7B-77D7-191A-CA5E-BD120F116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3287" y="3705099"/>
                  <a:ext cx="1065868" cy="260296"/>
                </a:xfrm>
                <a:prstGeom prst="rect">
                  <a:avLst/>
                </a:prstGeom>
                <a:blipFill>
                  <a:blip r:embed="rId9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015B4ED-030D-0BEA-6553-1F306F1D512B}"/>
              </a:ext>
            </a:extLst>
          </p:cNvPr>
          <p:cNvSpPr txBox="1"/>
          <p:nvPr/>
        </p:nvSpPr>
        <p:spPr>
          <a:xfrm>
            <a:off x="814038" y="323491"/>
            <a:ext cx="6601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NEC Model Life States and Allowable Transitions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129B9-5A3F-F48E-8AE1-4BF974BB4178}"/>
              </a:ext>
            </a:extLst>
          </p:cNvPr>
          <p:cNvSpPr txBox="1"/>
          <p:nvPr/>
        </p:nvSpPr>
        <p:spPr>
          <a:xfrm>
            <a:off x="2632522" y="2376785"/>
            <a:ext cx="3188693" cy="22159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3800" dirty="0">
                <a:solidFill>
                  <a:srgbClr val="FF0000"/>
                </a:solidFill>
              </a:rPr>
              <a:t>OLD</a:t>
            </a:r>
          </a:p>
        </p:txBody>
      </p:sp>
    </p:spTree>
    <p:extLst>
      <p:ext uri="{BB962C8B-B14F-4D97-AF65-F5344CB8AC3E}">
        <p14:creationId xmlns:p14="http://schemas.microsoft.com/office/powerpoint/2010/main" val="977871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</TotalTime>
  <Words>197</Words>
  <Application>Microsoft Macintosh PowerPoint</Application>
  <PresentationFormat>Custom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Yuliia Sereda</dc:creator>
  <cp:lastModifiedBy>Yuliia Sereda</cp:lastModifiedBy>
  <cp:revision>4</cp:revision>
  <dcterms:created xsi:type="dcterms:W3CDTF">2024-12-09T23:37:30Z</dcterms:created>
  <dcterms:modified xsi:type="dcterms:W3CDTF">2025-07-31T18:34:55Z</dcterms:modified>
</cp:coreProperties>
</file>